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c3576e401f34cc9" /><Relationship Type="http://schemas.openxmlformats.org/officeDocument/2006/relationships/extended-properties" Target="/docProps/app.xml" Id="R7b52725618f74758" /><Relationship Type="http://schemas.openxmlformats.org/officeDocument/2006/relationships/officeDocument" Target="/ppt/presentation.xml" Id="Raca3b67704874e1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deff5c834a94f66"/>
  </p:sldMasterIdLst>
  <p:notesMasterIdLst>
    <p:notesMasterId xmlns:r="http://schemas.openxmlformats.org/officeDocument/2006/relationships" r:id="R1ee8f768719d4399"/>
  </p:notesMasterIdLst>
  <p:sldIdLst>
    <p:sldId xmlns:r="http://schemas.openxmlformats.org/officeDocument/2006/relationships" id="256" r:id="R049ccde9c4164092"/>
    <p:sldId xmlns:r="http://schemas.openxmlformats.org/officeDocument/2006/relationships" id="257" r:id="R8384ddd8bbe34c45"/>
    <p:sldId xmlns:r="http://schemas.openxmlformats.org/officeDocument/2006/relationships" id="258" r:id="R81286f4e557c406f"/>
    <p:sldId xmlns:r="http://schemas.openxmlformats.org/officeDocument/2006/relationships" id="259" r:id="R46d91cf5221543f9"/>
    <p:sldId xmlns:r="http://schemas.openxmlformats.org/officeDocument/2006/relationships" id="260" r:id="R82fe3f850b0e42ae"/>
    <p:sldId xmlns:r="http://schemas.openxmlformats.org/officeDocument/2006/relationships" id="261" r:id="Rbf36f3a8fb8543d2"/>
    <p:sldId xmlns:r="http://schemas.openxmlformats.org/officeDocument/2006/relationships" id="262" r:id="Rf04a40e09cf14365"/>
    <p:sldId xmlns:r="http://schemas.openxmlformats.org/officeDocument/2006/relationships" id="263" r:id="R1538582fc2d24751"/>
    <p:sldId xmlns:r="http://schemas.openxmlformats.org/officeDocument/2006/relationships" id="264" r:id="R33d6acecd3714f50"/>
    <p:sldId xmlns:r="http://schemas.openxmlformats.org/officeDocument/2006/relationships" id="265" r:id="R95fbeec3d0c74c6f"/>
    <p:sldId xmlns:r="http://schemas.openxmlformats.org/officeDocument/2006/relationships" id="266" r:id="Rad8431b831b94f30"/>
    <p:sldId xmlns:r="http://schemas.openxmlformats.org/officeDocument/2006/relationships" id="267" r:id="R0da1381719d8402f"/>
    <p:sldId xmlns:r="http://schemas.openxmlformats.org/officeDocument/2006/relationships" id="268" r:id="Rd17a96a6df5f4cf2"/>
    <p:sldId xmlns:r="http://schemas.openxmlformats.org/officeDocument/2006/relationships" id="269" r:id="Rde664af2947143a5"/>
    <p:sldId xmlns:r="http://schemas.openxmlformats.org/officeDocument/2006/relationships" id="270" r:id="Rb9f959da43184683"/>
  </p:sldIdLst>
  <p:sldSz cx="15240000" cy="85725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7659b7a6d13466f" /><Relationship Type="http://schemas.openxmlformats.org/officeDocument/2006/relationships/slideMaster" Target="/ppt/slideMasters/slideMaster1.xml" Id="Redeff5c834a94f66" /><Relationship Type="http://schemas.openxmlformats.org/officeDocument/2006/relationships/notesMaster" Target="/ppt/notesMasters/notesMaster1.xml" Id="R1ee8f768719d4399" /><Relationship Type="http://schemas.openxmlformats.org/officeDocument/2006/relationships/presProps" Target="/ppt/presProps.xml" Id="R36fad675a2ad4dc8" /><Relationship Type="http://schemas.openxmlformats.org/officeDocument/2006/relationships/tableStyles" Target="/ppt/tableStyles.xml" Id="R508e6bfdd6e3429a" /><Relationship Type="http://schemas.openxmlformats.org/officeDocument/2006/relationships/slide" Target="/ppt/slides/slide1.xml" Id="R049ccde9c4164092" /><Relationship Type="http://schemas.openxmlformats.org/officeDocument/2006/relationships/slide" Target="/ppt/slides/slide2.xml" Id="R8384ddd8bbe34c45" /><Relationship Type="http://schemas.openxmlformats.org/officeDocument/2006/relationships/slide" Target="/ppt/slides/slide3.xml" Id="R81286f4e557c406f" /><Relationship Type="http://schemas.openxmlformats.org/officeDocument/2006/relationships/slide" Target="/ppt/slides/slide4.xml" Id="R46d91cf5221543f9" /><Relationship Type="http://schemas.openxmlformats.org/officeDocument/2006/relationships/slide" Target="/ppt/slides/slide5.xml" Id="R82fe3f850b0e42ae" /><Relationship Type="http://schemas.openxmlformats.org/officeDocument/2006/relationships/slide" Target="/ppt/slides/slide6.xml" Id="Rbf36f3a8fb8543d2" /><Relationship Type="http://schemas.openxmlformats.org/officeDocument/2006/relationships/slide" Target="/ppt/slides/slide7.xml" Id="Rf04a40e09cf14365" /><Relationship Type="http://schemas.openxmlformats.org/officeDocument/2006/relationships/slide" Target="/ppt/slides/slide8.xml" Id="R1538582fc2d24751" /><Relationship Type="http://schemas.openxmlformats.org/officeDocument/2006/relationships/slide" Target="/ppt/slides/slide9.xml" Id="R33d6acecd3714f50" /><Relationship Type="http://schemas.openxmlformats.org/officeDocument/2006/relationships/slide" Target="/ppt/slides/slide10.xml" Id="R95fbeec3d0c74c6f" /><Relationship Type="http://schemas.openxmlformats.org/officeDocument/2006/relationships/slide" Target="/ppt/slides/slide11.xml" Id="Rad8431b831b94f30" /><Relationship Type="http://schemas.openxmlformats.org/officeDocument/2006/relationships/slide" Target="/ppt/slides/slide12.xml" Id="R0da1381719d8402f" /><Relationship Type="http://schemas.openxmlformats.org/officeDocument/2006/relationships/slide" Target="/ppt/slides/slide13.xml" Id="Rd17a96a6df5f4cf2" /><Relationship Type="http://schemas.openxmlformats.org/officeDocument/2006/relationships/slide" Target="/ppt/slides/slide14.xml" Id="Rde664af2947143a5" /><Relationship Type="http://schemas.openxmlformats.org/officeDocument/2006/relationships/slide" Target="/ppt/slides/slide15.xml" Id="Rb9f959da4318468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4bf459dc1804a0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c0a9f5a38744774" /><Relationship Type="http://schemas.openxmlformats.org/officeDocument/2006/relationships/notesMaster" Target="/ppt/notesMasters/notesMaster1.xml" Id="Rfb5025b63da84e9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20250e747974ceb" /><Relationship Type="http://schemas.openxmlformats.org/officeDocument/2006/relationships/notesMaster" Target="/ppt/notesMasters/notesMaster1.xml" Id="R7c43fd607889459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cdac4458ee448c0" /><Relationship Type="http://schemas.openxmlformats.org/officeDocument/2006/relationships/notesMaster" Target="/ppt/notesMasters/notesMaster1.xml" Id="R221da9e459d443a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f2bcd819e154e4a" /><Relationship Type="http://schemas.openxmlformats.org/officeDocument/2006/relationships/notesMaster" Target="/ppt/notesMasters/notesMaster1.xml" Id="Re7a784bb7e8a471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20dc3f79c6747bf" /><Relationship Type="http://schemas.openxmlformats.org/officeDocument/2006/relationships/notesMaster" Target="/ppt/notesMasters/notesMaster1.xml" Id="Re0d507477f20492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650ec30654b4f80" /><Relationship Type="http://schemas.openxmlformats.org/officeDocument/2006/relationships/notesMaster" Target="/ppt/notesMasters/notesMaster1.xml" Id="R23025d94a440451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d9034d83b904bc1" /><Relationship Type="http://schemas.openxmlformats.org/officeDocument/2006/relationships/notesMaster" Target="/ppt/notesMasters/notesMaster1.xml" Id="R8e5881b2b32d4c0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2dbb98659144604" /><Relationship Type="http://schemas.openxmlformats.org/officeDocument/2006/relationships/notesMaster" Target="/ppt/notesMasters/notesMaster1.xml" Id="R0d83c907a5634dd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0d53eb70cba48b9" /><Relationship Type="http://schemas.openxmlformats.org/officeDocument/2006/relationships/notesMaster" Target="/ppt/notesMasters/notesMaster1.xml" Id="R81001a19293447e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98bd3e0bd71446f" /><Relationship Type="http://schemas.openxmlformats.org/officeDocument/2006/relationships/notesMaster" Target="/ppt/notesMasters/notesMaster1.xml" Id="R1ad0d9dafd584a7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7cec9519b8640a2" /><Relationship Type="http://schemas.openxmlformats.org/officeDocument/2006/relationships/notesMaster" Target="/ppt/notesMasters/notesMaster1.xml" Id="R3324e38d1c364a0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841ea32f80d48cb" /><Relationship Type="http://schemas.openxmlformats.org/officeDocument/2006/relationships/notesMaster" Target="/ppt/notesMasters/notesMaster1.xml" Id="R0205b83ec8cf42a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116de0ec0fe4a1a" /><Relationship Type="http://schemas.openxmlformats.org/officeDocument/2006/relationships/notesMaster" Target="/ppt/notesMasters/notesMaster1.xml" Id="R6ed3013ef8244b7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f1cdb53ef0b4ab3" /><Relationship Type="http://schemas.openxmlformats.org/officeDocument/2006/relationships/notesMaster" Target="/ppt/notesMasters/notesMaster1.xml" Id="R2f5eef5e9b1c498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e77d64e9c4843bc" /><Relationship Type="http://schemas.openxmlformats.org/officeDocument/2006/relationships/notesMaster" Target="/ppt/notesMasters/notesMaster1.xml" Id="Rc778f4bd7bd54ef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cc00d8a29c459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53335b2dbca4af8" /><Relationship Type="http://schemas.openxmlformats.org/officeDocument/2006/relationships/slideLayout" Target="/ppt/slideLayouts/slideLayout1.xml" Id="R4cbdc29a206241e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cbdc29a206241e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157f8f0b454034" /><Relationship Type="http://schemas.openxmlformats.org/officeDocument/2006/relationships/image" Target="/ppt/media/image.png" Id="R4f0b4d06c3e0469d" /><Relationship Type="http://schemas.openxmlformats.org/officeDocument/2006/relationships/notesSlide" Target="/ppt/notesSlides/notesSlide1.xml" Id="Rf5c1da2144d248d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d9e12c4bee4884" /><Relationship Type="http://schemas.openxmlformats.org/officeDocument/2006/relationships/image" Target="/ppt/media/image2.png" Id="R4c3cc05c4cdc4c78" /><Relationship Type="http://schemas.openxmlformats.org/officeDocument/2006/relationships/notesSlide" Target="/ppt/notesSlides/notesSlide2.xml" Id="R91b72e3284174c0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97625bd50a4df6" /><Relationship Type="http://schemas.openxmlformats.org/officeDocument/2006/relationships/image" Target="/ppt/media/image3.png" Id="Rd3880ee9f4d141f3" /><Relationship Type="http://schemas.openxmlformats.org/officeDocument/2006/relationships/notesSlide" Target="/ppt/notesSlides/notesSlide3.xml" Id="R71ce626d98ab4fe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baad0d226e4cee" /><Relationship Type="http://schemas.openxmlformats.org/officeDocument/2006/relationships/image" Target="/ppt/media/image4.png" Id="Rbbcd3343a685458b" /><Relationship Type="http://schemas.openxmlformats.org/officeDocument/2006/relationships/notesSlide" Target="/ppt/notesSlides/notesSlide4.xml" Id="R4c3e27c1c64d4af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913ea487fc4eaa" /><Relationship Type="http://schemas.openxmlformats.org/officeDocument/2006/relationships/image" Target="/ppt/media/image5.png" Id="R3f4a00b5477c4938" /><Relationship Type="http://schemas.openxmlformats.org/officeDocument/2006/relationships/notesSlide" Target="/ppt/notesSlides/notesSlide5.xml" Id="R540adb9ef030416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d7b33e38584184" /><Relationship Type="http://schemas.openxmlformats.org/officeDocument/2006/relationships/image" Target="/ppt/media/image6.png" Id="R52956f760ba24790" /><Relationship Type="http://schemas.openxmlformats.org/officeDocument/2006/relationships/notesSlide" Target="/ppt/notesSlides/notesSlide6.xml" Id="R8a6b151c366b4db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b9c9a935174b59" /><Relationship Type="http://schemas.openxmlformats.org/officeDocument/2006/relationships/image" Target="/ppt/media/image7.png" Id="R0b6cc0b312564575" /><Relationship Type="http://schemas.openxmlformats.org/officeDocument/2006/relationships/notesSlide" Target="/ppt/notesSlides/notesSlide7.xml" Id="Rbd3df3eba53f465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05fb3d402d4e51" /><Relationship Type="http://schemas.openxmlformats.org/officeDocument/2006/relationships/image" Target="/ppt/media/image8.png" Id="R5fea39951ee94f55" /><Relationship Type="http://schemas.openxmlformats.org/officeDocument/2006/relationships/notesSlide" Target="/ppt/notesSlides/notesSlide8.xml" Id="Rb286d07d088644d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f7bdda8f664e8b" /><Relationship Type="http://schemas.openxmlformats.org/officeDocument/2006/relationships/image" Target="/ppt/media/image9.png" Id="R19da3f6405aa4cd7" /><Relationship Type="http://schemas.openxmlformats.org/officeDocument/2006/relationships/notesSlide" Target="/ppt/notesSlides/notesSlide9.xml" Id="Rdc7600931e944fd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a466d7f9774fba" /><Relationship Type="http://schemas.openxmlformats.org/officeDocument/2006/relationships/image" Target="/ppt/media/image10.png" Id="R6d69bd3ee1f343ea" /><Relationship Type="http://schemas.openxmlformats.org/officeDocument/2006/relationships/notesSlide" Target="/ppt/notesSlides/notesSlide10.xml" Id="Ra8d73c12335a4c7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3dd723df324a48" /><Relationship Type="http://schemas.openxmlformats.org/officeDocument/2006/relationships/image" Target="/ppt/media/image11.png" Id="Ra76f86a14c6542a3" /><Relationship Type="http://schemas.openxmlformats.org/officeDocument/2006/relationships/notesSlide" Target="/ppt/notesSlides/notesSlide11.xml" Id="R58f2856ccec64a8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fc0b051a884b3d" /><Relationship Type="http://schemas.openxmlformats.org/officeDocument/2006/relationships/image" Target="/ppt/media/image12.png" Id="Rff3eb6bbff9f46da" /><Relationship Type="http://schemas.openxmlformats.org/officeDocument/2006/relationships/notesSlide" Target="/ppt/notesSlides/notesSlide12.xml" Id="Re3ad0ad4562f48a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744763bfc34dc5" /><Relationship Type="http://schemas.openxmlformats.org/officeDocument/2006/relationships/image" Target="/ppt/media/image13.png" Id="Rd4177a67757246a1" /><Relationship Type="http://schemas.openxmlformats.org/officeDocument/2006/relationships/notesSlide" Target="/ppt/notesSlides/notesSlide13.xml" Id="R10fa6689f3404c2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470edbc0a94345" /><Relationship Type="http://schemas.openxmlformats.org/officeDocument/2006/relationships/image" Target="/ppt/media/image14.png" Id="R92b6ace5595f4d8e" /><Relationship Type="http://schemas.openxmlformats.org/officeDocument/2006/relationships/notesSlide" Target="/ppt/notesSlides/notesSlide14.xml" Id="R7cc8e45c8e77414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af8674ef6442b4" /><Relationship Type="http://schemas.openxmlformats.org/officeDocument/2006/relationships/image" Target="/ppt/media/image15.png" Id="R821e6ed0853e454b" /><Relationship Type="http://schemas.openxmlformats.org/officeDocument/2006/relationships/notesSlide" Target="/ppt/notesSlides/notesSlide15.xml" Id="R269981beeb0f4ff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0b4d06c3e0469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2604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3cc05c4cdc4c7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55880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880ee9f4d141f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43535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cd3343a685458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66024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4a00b5477c493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34629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956f760ba2479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77696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6cc0b31256457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53805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ea39951ee94f5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95014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da3f6405aa4cd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7762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69bd3ee1f343e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34802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6f86a14c6542a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97048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3eb6bbff9f46d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57330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177a67757246a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371541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b6ace5595f4d8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389651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1e6ed0853e454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4116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2026-06-21T10:49:39.6020000Z</dcterms:created>
  <dcterms:modified xsi:type="dcterms:W3CDTF">2026-06-21T10:49:39.6020000Z</dcterms:modified>
</coreProperties>
</file>